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94660"/>
  </p:normalViewPr>
  <p:slideViewPr>
    <p:cSldViewPr snapToGrid="0">
      <p:cViewPr varScale="1">
        <p:scale>
          <a:sx n="60" d="100"/>
          <a:sy n="60" d="100"/>
        </p:scale>
        <p:origin x="43" y="4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D2EC4-82FA-CA19-0956-C250C58CF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D03A76D-A266-6EE2-28DB-8AB169AE87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C0DF95-5197-A604-E19B-A2D411912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8310B3-4C84-9AB1-5CD6-02AED6B3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7D1A0B-FC1B-2EEF-26B7-9F7AD6A29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187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DF702B-CDF3-30C5-F42E-476B8CA43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750E93-B09E-FB6B-6A7C-C26375D83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74F31D-2EB8-C7C9-98CE-894DCA246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1969FF-1938-DDA3-A1F0-88AF7A793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F70780-2BB9-5E05-0327-10DB5AB90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7477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82096-EAEA-5F80-12F3-DB11EE8BF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3751AB-3F97-FEA1-DF26-23AAD60A9B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3E3883-4509-9480-442A-ED9CC1AE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E3B18A-22D3-D3BE-B252-2A91BEEA8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F34B1-30EF-8834-131C-A32AC83A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554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BC00E5-5212-C24B-4D16-BAD84C758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400DD8-3F25-74A5-3BB7-62AD238392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9FB1BF-8879-06EF-DAC0-2BBB18D625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562EF9-3DC2-8BB3-510B-AF715CC34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BCD5D5-E456-4906-A660-5A95941D4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7149FE-FF01-E058-BA1A-4B0B3060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05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84E94F-A686-92B2-9672-044171E68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318684-17EF-7882-8F9A-F4F32970F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725310-E699-63F9-10F6-041491CDBA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10F1C4-9CFE-5FF9-54F2-6451551DE2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8C111C-964C-C3E0-C49A-E3C3B8B868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A7DA45A-0535-0A01-0B22-BCBF3DF04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EA13BC4-A6A7-EE43-101B-18E53BA8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B50924F-2C66-B452-0960-25889EA46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585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53527E-68BB-29B7-F4AA-A2F9B6386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BAF88DA-B4AD-C295-F936-A8002F617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B6C514-5C12-7D85-4330-4B27CD8B1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417FF2-4B56-CF31-330F-ABB13FDE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8475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6409D91-D5E9-89D2-90E2-E138BA5E5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432414B-7854-6202-8F20-A18DEF02C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6A60D7-980B-EA2E-FCD9-635E03DC6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279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5DD06-011F-D1C3-4555-B93495465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15D1F4-C9DE-B38C-1A0A-19A498657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A332EC-8144-F2F8-F5F5-454D168AD4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08D0C6-4B12-B402-0452-D0EB5AD76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C46CC-CD3F-0346-1239-C43E62367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C810A3-EDFA-62C9-414E-F8C83587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6275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9B6234-ACEF-92BF-51BB-07B644F6F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0424E9C-1004-A172-3AAE-BA228964C3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3AA60C-9AA7-10F2-B118-CF20AD5B2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37BCF1-083B-FA5F-649D-96CC02B34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9A8AA3-4474-A57F-B3B9-6D946648E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66A24C-BB37-1D8C-7733-C35538DDA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7364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954969-16E0-8509-88B2-636A037FF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AAB7EAB-59F8-3A7A-9798-103DA4DBD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E99EC8-93E6-C693-0F3B-B45F9752F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5722AB-E9BD-CC07-53EA-3F4A64B71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CD6A7A-A305-D652-14CF-60F40B6D6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0842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39912E7-5887-53EA-1F51-91BEB688F1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E32CFD6-AB24-03AE-43A8-4273DE0370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19BA31-7C0B-09E3-48E0-1D4573510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A919F0-9EE3-E086-36BF-17E9AD9C9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A233D7-4DE7-C643-0341-96B857DE0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720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A971E9-BE2D-37EE-D8DD-77F4B8D2D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D763AE-796D-8604-0DE5-7075C61ED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0983E2-E3E1-6FA4-9614-77557D738D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B7DA94-D77E-4A5B-9F3C-487C1BE18831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7E62CA-74ED-52A0-312E-0F552C31CE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0CF10F-DE77-7040-01D7-457376D0FF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B09E2-EAD6-462F-BBFA-1C763756FC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6040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4DE47B5-3540-CA76-4D66-AB63DFCF48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8822" y="0"/>
            <a:ext cx="48543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558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6E4FF-A61B-9FAC-D6BF-3F1A556A8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EBC3A15A-9865-9DB6-8AD2-2CC6B4709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8822" y="0"/>
            <a:ext cx="48543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8524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F907-05F5-D8A5-8E2F-00FC12622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0FF1126-4E09-6CCE-9749-815545486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246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0B74E-1479-434B-3D7F-A029C3D01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6874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2</cp:revision>
  <dcterms:created xsi:type="dcterms:W3CDTF">2026-07-08T08:18:59Z</dcterms:created>
  <dcterms:modified xsi:type="dcterms:W3CDTF">2026-07-08T08:38:28Z</dcterms:modified>
</cp:coreProperties>
</file>