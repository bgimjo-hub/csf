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52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2329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entlysallim.com/%EB%8B%B7%ED%99%88-%EB%AC%B4%EB%A3%8C-%ED%98%B8%EC%8A%A4%ED%8C%85-%ED%8F%89%EC%83%9D-%EC%82%AC%EC%9A%A9-%EA%B0%80%EB%8A%A5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builder20.dothome.co.kr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7112" y="-1463040"/>
            <a:ext cx="4754880" cy="4754880"/>
          </a:xfrm>
          <a:prstGeom prst="ellipse">
            <a:avLst/>
          </a:prstGeom>
          <a:solidFill>
            <a:srgbClr val="065A82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77272" y="3291840"/>
            <a:ext cx="2926080" cy="2926080"/>
          </a:xfrm>
          <a:prstGeom prst="ellipse">
            <a:avLst/>
          </a:prstGeom>
          <a:solidFill>
            <a:srgbClr val="1C7293">
              <a:alpha val="6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가지 방법으로 시작하는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" y="224028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닷홈(dothome)으로</a:t>
            </a:r>
            <a:endParaRPr lang="en-US" sz="4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나만의 웹사이트 만들기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코딩해서 업로드하기  ·  닷홈빌더로 노코드 제작하기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" y="4963363"/>
            <a:ext cx="405994" cy="40599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4892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7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www.dothome.co.kr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닷홈이란?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대표 무료/유료 웹호스팅 서비스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0" y="224028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1935785" y="2347265"/>
            <a:ext cx="608990" cy="6089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무료 호스팅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37490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회원가입만으로 무료 서버 공간과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도메인(id.dothome.co.kr) 제공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51960" y="18745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32120" y="224028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5639105" y="2347265"/>
            <a:ext cx="608990" cy="6089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3484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닷홈빌더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526280" y="37490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 없이 템플릿 + 블록으로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홈페이지를 완성하는 노코드 도구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18745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235440" y="224028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9342425" y="2347265"/>
            <a:ext cx="608990" cy="60899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3816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도메인 연결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8229600" y="37490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보유한 도메인이 있다면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방식 모두 도메인플러스로 연결 가능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나에게 맞는 방법 고르기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HTML/CSS를 직접 다뤄본 적 있는지에 따라 방법을 선택하세요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023360"/>
          </a:xfrm>
          <a:prstGeom prst="roundRect">
            <a:avLst>
              <a:gd name="adj" fmla="val 3182"/>
            </a:avLst>
          </a:prstGeom>
          <a:solidFill>
            <a:srgbClr val="21295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963778" y="2152498"/>
            <a:ext cx="541325" cy="5413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574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783080" y="235915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직접 코딩해서 업로드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914400" y="3017520"/>
            <a:ext cx="4617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 파일을 직접 만들어 FTP로 업로드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자유도가 높고, 원하는 대로 커스터마이징 가능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 지식이 필요함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1737360"/>
            <a:ext cx="5349240" cy="4023360"/>
          </a:xfrm>
          <a:prstGeom prst="roundRect">
            <a:avLst>
              <a:gd name="adj" fmla="val 3182"/>
            </a:avLst>
          </a:prstGeom>
          <a:solidFill>
            <a:srgbClr val="1C7293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2057400"/>
            <a:ext cx="731520" cy="73152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6633058" y="2152498"/>
            <a:ext cx="541325" cy="541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0574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7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B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452360" y="235915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닷홈빌더로 노코드 제작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6583680" y="3017520"/>
            <a:ext cx="4617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템플릿 선택 후 블록을 조립해 완성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 err="1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</a:t>
            </a:r>
            <a:r>
              <a:rPr lang="ko-KR" altLang="en-US" sz="135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</a:t>
            </a:r>
            <a:r>
              <a:rPr lang="en-US" sz="135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몰라도 빠르게 홈페이지 완성 가능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모바일 화면 자동 최적화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방법 A · 직접 코딩해서 업로드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무료 호스팅 신청부터 파일 업로드까지 6단계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68680" y="292608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1074420" y="31318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회원가입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103120" y="3383280"/>
            <a:ext cx="352958" cy="0"/>
          </a:xfrm>
          <a:prstGeom prst="line">
            <a:avLst/>
          </a:prstGeom>
          <a:noFill/>
          <a:ln w="25400">
            <a:solidFill>
              <a:srgbClr val="B9C6CC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2776118" y="29260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2981858" y="313182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18918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이메일 인증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010558" y="3383280"/>
            <a:ext cx="352958" cy="0"/>
          </a:xfrm>
          <a:prstGeom prst="line">
            <a:avLst/>
          </a:prstGeom>
          <a:noFill/>
          <a:ln w="25400">
            <a:solidFill>
              <a:srgbClr val="B9C6CC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4683557" y="292608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4889297" y="313182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226357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FTP/DB 설정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917997" y="3383280"/>
            <a:ext cx="352958" cy="0"/>
          </a:xfrm>
          <a:prstGeom prst="line">
            <a:avLst/>
          </a:prstGeom>
          <a:noFill/>
          <a:ln w="25400">
            <a:solidFill>
              <a:srgbClr val="B9C6CC"/>
            </a:solidFill>
            <a:prstDash val="dash"/>
          </a:ln>
        </p:spPr>
      </p:sp>
      <p:sp>
        <p:nvSpPr>
          <p:cNvPr id="16" name="Shape 11"/>
          <p:cNvSpPr/>
          <p:nvPr/>
        </p:nvSpPr>
        <p:spPr>
          <a:xfrm>
            <a:off x="6590995" y="29260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>
            <a:lum bright="70000" contrast="-70000"/>
          </a:blip>
          <a:stretch>
            <a:fillRect/>
          </a:stretch>
        </p:blipFill>
        <p:spPr>
          <a:xfrm>
            <a:off x="6796735" y="313182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33795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신청 완료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7825435" y="3383280"/>
            <a:ext cx="352958" cy="0"/>
          </a:xfrm>
          <a:prstGeom prst="line">
            <a:avLst/>
          </a:prstGeom>
          <a:noFill/>
          <a:ln w="25400">
            <a:solidFill>
              <a:srgbClr val="B9C6CC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8498434" y="292608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>
            <a:lum bright="70000" contrast="-70000"/>
          </a:blip>
          <a:stretch>
            <a:fillRect/>
          </a:stretch>
        </p:blipFill>
        <p:spPr>
          <a:xfrm>
            <a:off x="8704174" y="313182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041234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파일 업로드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732874" y="3383280"/>
            <a:ext cx="352958" cy="0"/>
          </a:xfrm>
          <a:prstGeom prst="line">
            <a:avLst/>
          </a:prstGeom>
          <a:noFill/>
          <a:ln w="25400">
            <a:solidFill>
              <a:srgbClr val="B9C6CC"/>
            </a:solidFill>
            <a:prstDash val="dash"/>
          </a:ln>
        </p:spPr>
      </p:sp>
      <p:sp>
        <p:nvSpPr>
          <p:cNvPr id="24" name="Shape 17"/>
          <p:cNvSpPr/>
          <p:nvPr/>
        </p:nvSpPr>
        <p:spPr>
          <a:xfrm>
            <a:off x="10405872" y="29260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>
            <a:lum bright="70000" contrast="-70000"/>
          </a:blip>
          <a:stretch>
            <a:fillRect/>
          </a:stretch>
        </p:blipFill>
        <p:spPr>
          <a:xfrm>
            <a:off x="10611612" y="313182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948672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사이트 확인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28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A · STEP 1/6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닷홈 회원가입하기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www.dothome.co.kr 접속 후 상단 메뉴에서 [회원가입] 클릭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이름, 이메일, 비밀번호 등 필수 정보 입력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사용 중인 이메일 주소 사용 권장 (인증코드 수신용)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약관 동의 후 [가입하기] 버튼 클릭하면 가입 완료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85688C2-9F68-F3F3-BAFD-1B9377EA5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415" y="0"/>
            <a:ext cx="634250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A · STEP 2/6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무료 호스팅 신청 메뉴로 이동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후 상단 메뉴에서 [웹호스팅] → [무료 호스팅] 클릭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무료 호스팅 상품 안내 페이지에서 [신청하기] 클릭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홈페이지 운영 안내, 서비스 제한 안내 등 숙지 후 체크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6개월 제공, 무료 연장으로 계속 사용 가능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BB84F26-2742-CED6-4D55-030A0436F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216" y="0"/>
            <a:ext cx="6524294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A253905-2385-B095-6740-06A0E47080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416"/>
          <a:stretch>
            <a:fillRect/>
          </a:stretch>
        </p:blipFill>
        <p:spPr bwMode="auto">
          <a:xfrm>
            <a:off x="5454869" y="970586"/>
            <a:ext cx="6737131" cy="4825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0"/>
          <p:cNvSpPr/>
          <p:nvPr/>
        </p:nvSpPr>
        <p:spPr>
          <a:xfrm>
            <a:off x="457200" y="4114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A · STEP 3/6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이메일 인증 &amp; 약관 동의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가입 시 사용한 이메일로 [인증코드 발송] 버튼 클릭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수신한 인증코드를 입력란에 정확히 입력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무료 호스팅 사용정책 및 서비스 제한 안내 확인 후 동의 체크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구글 캡차(자동입력방지) 통과 후 [신청하기] 클릭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A · STEP 4/6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FTP / DB 계정 정보 입력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원하는 FTP 아이디 입력 후 [중복확인]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 아이디가 곧 내 주소가 됨: (아이디).dothome.co.kr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 비밀번호, DB 비밀번호 설정 (동일하게 써도 무방)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도메인이 있다면 '도메인플러스' 옵션에서 연결 (없으면 생략)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자동설치가 필요하면 원하는 CMS(워드프레스 등) 선택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A5FE768-EDA9-6B9D-F600-E481A4408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8584" y="977463"/>
            <a:ext cx="6376830" cy="46153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A · STEP 5/6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신청 완료 확인하기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[마이닷홈] → [호스팅 관리] → [웹/이미지 호스팅 목록] 이동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신청한 계정 우측의 [상세보기]에서 접속 정보 확인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주소 (아이디).dothome.co.kr 로 접속되는지 확인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파일은 setup-finish.html — 아직 안내 화면이 보이면 정상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E039A41-FE34-A717-916B-E50EC978D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188" y="3834174"/>
            <a:ext cx="7978971" cy="225047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A · STEP 6/6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FileZilla로 파일 업로드하기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FileZilla Client 다운로드 및 설치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호스트: ftp://(FTP아이디).dothome.co.kr 입력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사용자명/비밀번호: 신청 시 설정한 FTP 아이디·비밀번호 입력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 후 만든 HTML/CSS 파일을 서버 폴더로 드래그하여 업로드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pic>
        <p:nvPicPr>
          <p:cNvPr id="3074" name="Picture 2" descr="닷홈 파일질라">
            <a:extLst>
              <a:ext uri="{FF2B5EF4-FFF2-40B4-BE49-F238E27FC236}">
                <a16:creationId xmlns:a16="http://schemas.microsoft.com/office/drawing/2014/main" id="{0FD0A917-8697-E0D1-8487-2B064D627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752" y="702512"/>
            <a:ext cx="57150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A323A9-394F-110D-A28A-EFE887191D21}"/>
              </a:ext>
            </a:extLst>
          </p:cNvPr>
          <p:cNvSpPr txBox="1"/>
          <p:nvPr/>
        </p:nvSpPr>
        <p:spPr>
          <a:xfrm>
            <a:off x="6217920" y="5408587"/>
            <a:ext cx="47229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hlinkClick r:id="rId4"/>
              </a:rPr>
              <a:t>자세한 방법 확인</a:t>
            </a:r>
            <a:endParaRPr lang="ko-KR" alt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방법 B · 닷홈빌더란?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 지식 없이 템플릿과 블록만으로 홈페이지를 완성하는 도구 (무료 상품명: 무료홈페이지)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0" y="224028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1935785" y="2347265"/>
            <a:ext cx="608990" cy="6089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30여 종 템플릿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37490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업종별로 다양한 템플릿 중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원하는 디자인을 선택 가능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51960" y="18745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32120" y="224028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5639105" y="2347265"/>
            <a:ext cx="608990" cy="6089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3484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블록으로 편집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526280" y="37490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슬라이드, 갤러리, 게시판, 캘린더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 블록을 조합해 페이지 구성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18745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235440" y="224028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9342425" y="2347265"/>
            <a:ext cx="608990" cy="60899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13816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모바일 자동 최적화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229600" y="37490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화면만 만들면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모바일은 자동으로 최적화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534924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4F8FA"/>
          </a:solidFill>
          <a:ln/>
        </p:spPr>
      </p:sp>
      <p:sp>
        <p:nvSpPr>
          <p:cNvPr id="20" name="Shape 15"/>
          <p:cNvSpPr/>
          <p:nvPr/>
        </p:nvSpPr>
        <p:spPr>
          <a:xfrm>
            <a:off x="713232" y="546811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>
            <a:lum bright="70000" contrast="-70000"/>
          </a:blip>
          <a:stretch>
            <a:fillRect/>
          </a:stretch>
        </p:blipFill>
        <p:spPr>
          <a:xfrm>
            <a:off x="772668" y="5527548"/>
            <a:ext cx="338328" cy="33832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5349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결제(PG) 연동은 지원하지 않아 쇼핑몰 자체 운영은 불가하지만, 상품 소개용 카탈로그 홈페이지로는 활용 가능해요.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방법 B · 닷홈빌더로 노코드 제작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무료홈페이지 신청부터 발행까지 4단계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68680" y="292608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1074420" y="31318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빌더 신청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103120" y="3383280"/>
            <a:ext cx="1624584" cy="0"/>
          </a:xfrm>
          <a:prstGeom prst="line">
            <a:avLst/>
          </a:prstGeom>
          <a:noFill/>
          <a:ln w="25400">
            <a:solidFill>
              <a:srgbClr val="B9C6CC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4047744" y="29260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4253484" y="313182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90544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템플릿 선택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282184" y="3383280"/>
            <a:ext cx="1624584" cy="0"/>
          </a:xfrm>
          <a:prstGeom prst="line">
            <a:avLst/>
          </a:prstGeom>
          <a:noFill/>
          <a:ln w="25400">
            <a:solidFill>
              <a:srgbClr val="B9C6CC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7226808" y="292608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7432548" y="313182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69608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블록 편집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461248" y="3383280"/>
            <a:ext cx="1624584" cy="0"/>
          </a:xfrm>
          <a:prstGeom prst="line">
            <a:avLst/>
          </a:prstGeom>
          <a:noFill/>
          <a:ln w="25400">
            <a:solidFill>
              <a:srgbClr val="B9C6CC"/>
            </a:solidFill>
            <a:prstDash val="dash"/>
          </a:ln>
        </p:spPr>
      </p:sp>
      <p:sp>
        <p:nvSpPr>
          <p:cNvPr id="16" name="Shape 11"/>
          <p:cNvSpPr/>
          <p:nvPr/>
        </p:nvSpPr>
        <p:spPr>
          <a:xfrm>
            <a:off x="10405872" y="29260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>
            <a:lum bright="70000" contrast="-70000"/>
          </a:blip>
          <a:stretch>
            <a:fillRect/>
          </a:stretch>
        </p:blipFill>
        <p:spPr>
          <a:xfrm>
            <a:off x="10611612" y="313182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948672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저장 및 발행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B · STEP 1/4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닷홈빌더(무료홈페이지) 신청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 로그인 후 상단 메뉴 [무료홈페이지] → [무료홈페이지 신청] 클릭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무료 상품(광고 배너 없음)으로 신청하면 비용 없이 이용 가능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보유 도메인이 있다면 '도메인플러스' 옵션에서 연결 가능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 완료 후 [마이닷홈] → [닷홈빌더 관리] → [닷홈빌더 목록]에서 확인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9735B16-2AD7-7CD7-276F-68C153861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795528"/>
            <a:ext cx="6076904" cy="50336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B · STEP 2/4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마음에 드는 템플릿 선택하기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템플릿 선택 페이지에서 약 30여 종의 업종별 템플릿 확인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상단 카테고리로 원하는 분야의 템플릿만 필터링 가능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템플릿에 마우스를 올리면 [사이트 만들기] / [미리보기] 버튼 표시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미리보기 후 마음에 들면 [템플릿 사용하기]로 바로 적용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E0F0325-8411-78A5-F03A-51656B555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958" y="0"/>
            <a:ext cx="48076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1B667AD-4B60-F65D-98A7-D3A069E4D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897" y="411480"/>
            <a:ext cx="6201103" cy="480158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457200" y="4114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B · STEP 3/4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블록으로 페이지 편집하기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에디터에서 텍스트와 이미지를 클릭해 바로 수정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슬라이드, 동영상, 테이블, 도형, 아이콘 등 블록을 추가/배치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게시판(블로그형·썸네일형 등), 갤러리, 캘린더 블록도 활용 가능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저작권 걱정 없는 무료 이미지가 기본 제공되어 바로 사용 가능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F4B442-E6CF-B822-EF79-60980F4C5749}"/>
              </a:ext>
            </a:extLst>
          </p:cNvPr>
          <p:cNvSpPr txBox="1"/>
          <p:nvPr/>
        </p:nvSpPr>
        <p:spPr>
          <a:xfrm>
            <a:off x="6217920" y="5504456"/>
            <a:ext cx="47229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hlinkClick r:id="rId4"/>
              </a:rPr>
              <a:t>자세한 방법 확인</a:t>
            </a:r>
            <a:endParaRPr lang="ko-KR" alt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B · STEP 4/4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저장하고 발행해서 확인하기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편집이 끝나면 [저장] 버튼으로 변경사항 반영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제공 주소로 바로 접속해 완성된 페이지 확인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 err="1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네이버</a:t>
            </a: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450" dirty="0" err="1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구글</a:t>
            </a: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등 검색엔진에도 등록 가능</a:t>
            </a:r>
            <a:endParaRPr lang="en-US" sz="14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6개월마다 로그인해 연장하면 계속 무료로 사용 가능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완료 체크리스트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7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선택한 방법에 맞춰 확인해 보세요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A · 직접 코딩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92608" cy="29260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240280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회원가입 및 이메일 인증 완료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99232"/>
            <a:ext cx="292608" cy="29260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295351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FTP/DB 계정 설정 및 신청 완료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712464"/>
            <a:ext cx="292608" cy="29260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666744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FileZilla로 파일 업로드 후 사이트 접속 확인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17920" y="173736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B · 닷홈빌더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9400" y="2240280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닷홈빌더(무료홈페이지) 신청 완료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2999232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29400" y="295351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템플릿 선택 및 블록 편집 완료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712464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29400" y="3666744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EE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저장·발행 후 사이트 접속 확인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517136"/>
            <a:ext cx="11018520" cy="0"/>
          </a:xfrm>
          <a:prstGeom prst="line">
            <a:avLst/>
          </a:prstGeom>
          <a:noFill/>
          <a:ln w="12700">
            <a:solidFill>
              <a:srgbClr val="3A467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700016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공통: 보유 도메인이 있다면 도메인플러스 옵션으로 연결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닷홈으로 웹사이트 만들기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964</Words>
  <Application>Microsoft Office PowerPoint</Application>
  <PresentationFormat>와이드스크린</PresentationFormat>
  <Paragraphs>183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닷홈으로 나만의 웹사이트 만들기</dc:title>
  <dc:subject>PptxGenJS Presentation</dc:subject>
  <dc:creator>Claude</dc:creator>
  <cp:lastModifiedBy>USER</cp:lastModifiedBy>
  <cp:revision>13</cp:revision>
  <dcterms:created xsi:type="dcterms:W3CDTF">2026-07-07T05:24:19Z</dcterms:created>
  <dcterms:modified xsi:type="dcterms:W3CDTF">2026-07-07T07:20:00Z</dcterms:modified>
</cp:coreProperties>
</file>